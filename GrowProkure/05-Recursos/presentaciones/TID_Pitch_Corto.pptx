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C6972F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2960" y="777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Decoración Industrial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41248" y="33832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3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Foil, tintas y acabados — con abasto local, sin depender de importar.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68680" y="4343400"/>
            <a:ext cx="3291840" cy="0"/>
          </a:xfrm>
          <a:prstGeom prst="line">
            <a:avLst/>
          </a:prstGeom>
          <a:noFill/>
          <a:ln w="25400">
            <a:solidFill>
              <a:srgbClr val="C697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806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  ·  Centroamérica  ·  EE.UU.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0" y="58064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www.tidmexico.com.mx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Deja de depender de importar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41248" y="1371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foil y tintas de lejos te cuesta tiempo, dinero y paros de línea. TID te da la misma calidad, aquí.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5120640" cy="3749040"/>
          </a:xfrm>
          <a:prstGeom prst="roundRect">
            <a:avLst>
              <a:gd name="adj" fmla="val 3415"/>
            </a:avLst>
          </a:prstGeom>
          <a:solidFill>
            <a:srgbClr val="EDEDF0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560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Importar foil y tintas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320040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times largos e inciertos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y logística altos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soporte técnico local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parar la línea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2286000"/>
            <a:ext cx="5120640" cy="3749040"/>
          </a:xfrm>
          <a:prstGeom prst="roundRect">
            <a:avLst>
              <a:gd name="adj" fmla="val 3415"/>
            </a:avLst>
          </a:prstGeom>
          <a:solidFill>
            <a:srgbClr val="FBF4E6"/>
          </a:solidFill>
          <a:ln w="12700">
            <a:solidFill>
              <a:srgbClr val="C6972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560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6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TID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2240" y="320040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3D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Abasto local y rápido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3D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fuente confiable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3D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 para validar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3D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técnico integral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para decorar, en un solo proveedor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3429000" cy="2240280"/>
          </a:xfrm>
          <a:prstGeom prst="roundRect">
            <a:avLst>
              <a:gd name="adj" fmla="val 4898"/>
            </a:avLst>
          </a:prstGeom>
          <a:solidFill>
            <a:srgbClr val="EDEDF0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1892808"/>
            <a:ext cx="640080" cy="640080"/>
          </a:xfrm>
          <a:prstGeom prst="ellipse">
            <a:avLst/>
          </a:prstGeom>
          <a:solidFill>
            <a:srgbClr val="C6972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697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 Stamping Foil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1363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Metálico, pigmento, brushed, chrome, hairline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07992" y="1600200"/>
            <a:ext cx="3429000" cy="2240280"/>
          </a:xfrm>
          <a:prstGeom prst="roundRect">
            <a:avLst>
              <a:gd name="adj" fmla="val 4898"/>
            </a:avLst>
          </a:prstGeom>
          <a:solidFill>
            <a:srgbClr val="EDEDF0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82312" y="1892808"/>
            <a:ext cx="640080" cy="640080"/>
          </a:xfrm>
          <a:prstGeom prst="ellipse">
            <a:avLst/>
          </a:prstGeom>
          <a:solidFill>
            <a:srgbClr val="C6972F"/>
          </a:solidFill>
          <a:ln/>
        </p:spPr>
      </p:sp>
      <p:sp>
        <p:nvSpPr>
          <p:cNvPr id="10" name="Text 8"/>
          <p:cNvSpPr/>
          <p:nvPr/>
        </p:nvSpPr>
        <p:spPr>
          <a:xfrm>
            <a:off x="4782312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82312" y="2697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Tintas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82312" y="31363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Tampografía (pad) y serigrafía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93024" y="1600200"/>
            <a:ext cx="3429000" cy="2240280"/>
          </a:xfrm>
          <a:prstGeom prst="roundRect">
            <a:avLst>
              <a:gd name="adj" fmla="val 4898"/>
            </a:avLst>
          </a:prstGeom>
          <a:solidFill>
            <a:srgbClr val="EDEDF0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67344" y="1892808"/>
            <a:ext cx="640080" cy="640080"/>
          </a:xfrm>
          <a:prstGeom prst="ellipse">
            <a:avLst/>
          </a:prstGeom>
          <a:solidFill>
            <a:srgbClr val="C6972F"/>
          </a:solidFill>
          <a:ln/>
        </p:spPr>
      </p:sp>
      <p:sp>
        <p:nvSpPr>
          <p:cNvPr id="15" name="Text 13"/>
          <p:cNvSpPr/>
          <p:nvPr/>
        </p:nvSpPr>
        <p:spPr>
          <a:xfrm>
            <a:off x="8467344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67344" y="2697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Color-Matching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67344" y="31363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Igualación exacta de color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2960" y="4096512"/>
            <a:ext cx="3429000" cy="2240280"/>
          </a:xfrm>
          <a:prstGeom prst="roundRect">
            <a:avLst>
              <a:gd name="adj" fmla="val 4898"/>
            </a:avLst>
          </a:prstGeom>
          <a:solidFill>
            <a:srgbClr val="EDEDF0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97280" y="4389120"/>
            <a:ext cx="640080" cy="640080"/>
          </a:xfrm>
          <a:prstGeom prst="ellipse">
            <a:avLst/>
          </a:prstGeom>
          <a:solidFill>
            <a:srgbClr val="C6972F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97280" y="519379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563270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a la medida de tu proceso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507992" y="4096512"/>
            <a:ext cx="3429000" cy="2240280"/>
          </a:xfrm>
          <a:prstGeom prst="roundRect">
            <a:avLst>
              <a:gd name="adj" fmla="val 4898"/>
            </a:avLst>
          </a:prstGeom>
          <a:solidFill>
            <a:srgbClr val="EDEDF0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82312" y="4389120"/>
            <a:ext cx="640080" cy="640080"/>
          </a:xfrm>
          <a:prstGeom prst="ellipse">
            <a:avLst/>
          </a:prstGeom>
          <a:solidFill>
            <a:srgbClr val="C6972F"/>
          </a:solidFill>
          <a:ln/>
        </p:spPr>
      </p:sp>
      <p:sp>
        <p:nvSpPr>
          <p:cNvPr id="25" name="Text 23"/>
          <p:cNvSpPr/>
          <p:nvPr/>
        </p:nvSpPr>
        <p:spPr>
          <a:xfrm>
            <a:off x="4782312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782312" y="519379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&amp; Fixtures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82312" y="563270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Herramentales, pads, rings, plates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193024" y="4096512"/>
            <a:ext cx="3429000" cy="2240280"/>
          </a:xfrm>
          <a:prstGeom prst="roundRect">
            <a:avLst>
              <a:gd name="adj" fmla="val 4898"/>
            </a:avLst>
          </a:prstGeom>
          <a:solidFill>
            <a:srgbClr val="EDEDF0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67344" y="4389120"/>
            <a:ext cx="640080" cy="640080"/>
          </a:xfrm>
          <a:prstGeom prst="ellipse">
            <a:avLst/>
          </a:prstGeom>
          <a:solidFill>
            <a:srgbClr val="C6972F"/>
          </a:solidFill>
          <a:ln/>
        </p:spPr>
      </p:sp>
      <p:sp>
        <p:nvSpPr>
          <p:cNvPr id="30" name="Text 28"/>
          <p:cNvSpPr/>
          <p:nvPr/>
        </p:nvSpPr>
        <p:spPr>
          <a:xfrm>
            <a:off x="8467344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467344" y="519379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Soporte técnico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67344" y="563270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Desarrollo, capacitación y control de proceso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 Stamping </a:t>
            </a:r>
            <a:pPr indent="0" marL="0">
              <a:buNone/>
            </a:pPr>
            <a:r>
              <a:rPr lang="en-US" sz="3600" b="1" dirty="0">
                <a:solidFill>
                  <a:srgbClr val="C69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Foil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1248" y="1371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acabado metálico de lujo que ninguna impresión directa iguala — aplicado en seco, a alta temperatura.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26262B"/>
          </a:solidFill>
          <a:ln/>
        </p:spPr>
      </p:sp>
      <p:sp>
        <p:nvSpPr>
          <p:cNvPr id="5" name="Text 3"/>
          <p:cNvSpPr/>
          <p:nvPr/>
        </p:nvSpPr>
        <p:spPr>
          <a:xfrm>
            <a:off x="1078992" y="23500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Metálico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8992" y="27889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Vapor-deposición de aluminio; brillo oro, azul, rosa y más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07992" y="214884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26262B"/>
          </a:solidFill>
          <a:ln/>
        </p:spPr>
      </p:sp>
      <p:sp>
        <p:nvSpPr>
          <p:cNvPr id="8" name="Text 6"/>
          <p:cNvSpPr/>
          <p:nvPr/>
        </p:nvSpPr>
        <p:spPr>
          <a:xfrm>
            <a:off x="4764024" y="23500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Pigmento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64024" y="27889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Coating foil; efecto tipo serigrafía en seco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93024" y="214884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26262B"/>
          </a:solidFill>
          <a:ln/>
        </p:spPr>
      </p:sp>
      <p:sp>
        <p:nvSpPr>
          <p:cNvPr id="11" name="Text 9"/>
          <p:cNvSpPr/>
          <p:nvPr/>
        </p:nvSpPr>
        <p:spPr>
          <a:xfrm>
            <a:off x="8449056" y="23500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Brushed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49056" y="27889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de aluminio cepillado; líneas y colores variables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096512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26262B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4297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78992" y="4736592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cromo espejo sobre plástico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07992" y="4096512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26262B"/>
          </a:solidFill>
          <a:ln/>
        </p:spPr>
      </p:sp>
      <p:sp>
        <p:nvSpPr>
          <p:cNvPr id="17" name="Text 15"/>
          <p:cNvSpPr/>
          <p:nvPr/>
        </p:nvSpPr>
        <p:spPr>
          <a:xfrm>
            <a:off x="4764024" y="4297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Hairline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64024" y="4736592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Textura fina de líneas metálicas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93024" y="4096512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26262B"/>
          </a:solidFill>
          <a:ln/>
        </p:spPr>
      </p:sp>
      <p:sp>
        <p:nvSpPr>
          <p:cNvPr id="20" name="Text 18"/>
          <p:cNvSpPr/>
          <p:nvPr/>
        </p:nvSpPr>
        <p:spPr>
          <a:xfrm>
            <a:off x="8449056" y="4297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In-mold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49056" y="4736592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Decoración integrada al molde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Industrias que confían en TID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12648" y="1920240"/>
            <a:ext cx="2011680" cy="2194560"/>
          </a:xfrm>
          <a:prstGeom prst="roundRect">
            <a:avLst>
              <a:gd name="adj" fmla="val 5455"/>
            </a:avLst>
          </a:prstGeom>
          <a:solidFill>
            <a:srgbClr val="EDEDF0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07008" y="2286000"/>
            <a:ext cx="822960" cy="822960"/>
          </a:xfrm>
          <a:prstGeom prst="ellipse">
            <a:avLst/>
          </a:prstGeom>
          <a:solidFill>
            <a:srgbClr val="FBF4E6"/>
          </a:solidFill>
          <a:ln w="19050">
            <a:solidFill>
              <a:srgbClr val="C697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7008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9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04088" y="3291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Electrodomésticos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43784" y="1920240"/>
            <a:ext cx="2011680" cy="2194560"/>
          </a:xfrm>
          <a:prstGeom prst="roundRect">
            <a:avLst>
              <a:gd name="adj" fmla="val 5455"/>
            </a:avLst>
          </a:prstGeom>
          <a:solidFill>
            <a:srgbClr val="EDEDF0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38144" y="2286000"/>
            <a:ext cx="822960" cy="822960"/>
          </a:xfrm>
          <a:prstGeom prst="ellipse">
            <a:avLst/>
          </a:prstGeom>
          <a:solidFill>
            <a:srgbClr val="FBF4E6"/>
          </a:solidFill>
          <a:ln w="19050">
            <a:solidFill>
              <a:srgbClr val="C697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38144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9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935224" y="3291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Automotriz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74920" y="1920240"/>
            <a:ext cx="2011680" cy="2194560"/>
          </a:xfrm>
          <a:prstGeom prst="roundRect">
            <a:avLst>
              <a:gd name="adj" fmla="val 5455"/>
            </a:avLst>
          </a:prstGeom>
          <a:solidFill>
            <a:srgbClr val="EDEDF0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0" y="2286000"/>
            <a:ext cx="822960" cy="822960"/>
          </a:xfrm>
          <a:prstGeom prst="ellipse">
            <a:avLst/>
          </a:prstGeom>
          <a:solidFill>
            <a:srgbClr val="FBF4E6"/>
          </a:solidFill>
          <a:ln w="19050">
            <a:solidFill>
              <a:srgbClr val="C697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9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166360" y="3291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Médico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06056" y="1920240"/>
            <a:ext cx="2011680" cy="2194560"/>
          </a:xfrm>
          <a:prstGeom prst="roundRect">
            <a:avLst>
              <a:gd name="adj" fmla="val 5455"/>
            </a:avLst>
          </a:prstGeom>
          <a:solidFill>
            <a:srgbClr val="EDEDF0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00416" y="2286000"/>
            <a:ext cx="822960" cy="822960"/>
          </a:xfrm>
          <a:prstGeom prst="ellipse">
            <a:avLst/>
          </a:prstGeom>
          <a:solidFill>
            <a:srgbClr val="FBF4E6"/>
          </a:solidFill>
          <a:ln w="19050">
            <a:solidFill>
              <a:srgbClr val="C697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00416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9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397496" y="3291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Cosmética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537192" y="1920240"/>
            <a:ext cx="2011680" cy="2194560"/>
          </a:xfrm>
          <a:prstGeom prst="roundRect">
            <a:avLst>
              <a:gd name="adj" fmla="val 5455"/>
            </a:avLst>
          </a:prstGeom>
          <a:solidFill>
            <a:srgbClr val="EDEDF0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131552" y="2286000"/>
            <a:ext cx="822960" cy="822960"/>
          </a:xfrm>
          <a:prstGeom prst="ellipse">
            <a:avLst/>
          </a:prstGeom>
          <a:solidFill>
            <a:srgbClr val="FBF4E6"/>
          </a:solidFill>
          <a:ln w="19050">
            <a:solidFill>
              <a:srgbClr val="C697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31552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9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628632" y="3291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828800" y="4709160"/>
            <a:ext cx="8503920" cy="1051560"/>
          </a:xfrm>
          <a:prstGeom prst="roundRect">
            <a:avLst>
              <a:gd name="adj" fmla="val 10435"/>
            </a:avLst>
          </a:prstGeom>
          <a:solidFill>
            <a:srgbClr val="1B1B1F"/>
          </a:solidFill>
          <a:ln/>
        </p:spPr>
      </p:sp>
      <p:sp>
        <p:nvSpPr>
          <p:cNvPr id="24" name="Text 22"/>
          <p:cNvSpPr/>
          <p:nvPr/>
        </p:nvSpPr>
        <p:spPr>
          <a:xfrm>
            <a:off x="2011680" y="470916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E3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Proveedor single o secondary source en México, Centroamérica y EE.UU.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Pide tus muestras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41248" y="1783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Validamos tu aplicación con muestras y te acompañamos en todo el proceso.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606040"/>
            <a:ext cx="3291840" cy="1463040"/>
          </a:xfrm>
          <a:prstGeom prst="roundRect">
            <a:avLst>
              <a:gd name="adj" fmla="val 6250"/>
            </a:avLst>
          </a:prstGeom>
          <a:solidFill>
            <a:srgbClr val="26262B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8072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Abasto local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32644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rápida en la región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34840" y="2606040"/>
            <a:ext cx="3291840" cy="1463040"/>
          </a:xfrm>
          <a:prstGeom prst="roundRect">
            <a:avLst>
              <a:gd name="adj" fmla="val 6250"/>
            </a:avLst>
          </a:prstGeom>
          <a:solidFill>
            <a:srgbClr val="26262B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28072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Muestras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63440" y="32644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antes de comprometerte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2606040"/>
            <a:ext cx="3291840" cy="1463040"/>
          </a:xfrm>
          <a:prstGeom prst="roundRect">
            <a:avLst>
              <a:gd name="adj" fmla="val 6250"/>
            </a:avLst>
          </a:prstGeom>
          <a:solidFill>
            <a:srgbClr val="26262B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28072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Soporte integral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75320" y="32644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desarrollo hasta la producción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68680" y="4480560"/>
            <a:ext cx="10424160" cy="0"/>
          </a:xfrm>
          <a:prstGeom prst="line">
            <a:avLst/>
          </a:prstGeom>
          <a:noFill/>
          <a:ln w="12700">
            <a:solidFill>
              <a:srgbClr val="3A3A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Contáctanos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7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Moreno   ·   +52 (868) 835 4777   ·   carlos.moreno@tidmexico.com.mx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7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Arnulfo López   ·   +1 (708) 409-0288   ·   arnulfo.lopez@tidmexico.com.mx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7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Galicia   ·   +52 (446) 479 4420   ·   jorge.galicia@tidmexico.com.mx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www.tidmexico.com.mx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2026-07-25T05:43:10Z</dcterms:created>
  <dcterms:modified xsi:type="dcterms:W3CDTF">2026-07-25T05:43:10Z</dcterms:modified>
</cp:coreProperties>
</file>