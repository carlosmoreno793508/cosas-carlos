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4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05e7b2e-54fe-6035-e554-38905801d463}">
          <p14:sldIdLst>
            <p14:sldId id="256"/>
            <p14:sldId id="257"/>
          </p14:sldIdLst>
        </p14:section>
        <p14:section name="The manufacturer" id="{08c627fc-ca44-3cc9-7ac0-41d7cb8766b5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The Mexican market" id="{876ee5f1-5f6c-6c29-f614-f18d132ad4ac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Why TID · VSP · CEB" id="{bb0c1c95-ed97-a04c-5079-b4143804e0f1}">
          <p14:sldIdLst>
            <p14:sldId id="276"/>
            <p14:sldId id="277"/>
            <p14:sldId id="278"/>
            <p14:sldId id="279"/>
          </p14:sldIdLst>
        </p14:section>
        <p14:section name="Plan and investment" id="{cd62be23-e42c-3a5c-7a9c-dbc27d440138}">
          <p14:sldIdLst>
            <p14:sldId id="280"/>
            <p14:sldId id="281"/>
            <p14:sldId id="282"/>
            <p14:sldId id="283"/>
            <p14:sldId id="284"/>
          </p14:sldIdLst>
        </p14:section>
        <p14:section name="The proposal" id="{513b45e8-832f-5e32-46df-82f7e05d15bd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Gross margin (US$ thousands)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 margin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Consumables margin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TID · VSP · CEB proposal to CLT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CLT Distribution Proposal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Hybrid textile printing (screen + digital) in Mexico and Latin America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opportunity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customers (medium/large firms and shops with carousels)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hybrid lines in 5 years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Year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investment payback (base case)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 propose TID / VSP / CEB as CLT’s distributor in Mexico, expanding into the U.S. and Latin America.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prospects (9 of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priority OEMs (8 of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get 80% of the year-1 sales effort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our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Why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group present in Mexico and the U.S.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years in industrial decoration. Sales, installation and service in Mexico. 2 technicians.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Angeles,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years in industrial printing. U.S. service and technical backup. 1 technician.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subsidiary. Imports CLT equipment and supplies.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Strengths and how we close the gaps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What we bring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Same turnkey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Consumables-driven business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Technical service in Spanish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Mexico + U.S. coverage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In-house importer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Gap → action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experience → dedicated textile division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chemistry → CLT certification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technicians → +2 textile technicians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Textile events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Demonstration → showroom with hybrid 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Dedicated team and training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sales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Prospecting, demos, turnkey quotes and closing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Customer service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Consumables orders, after-sales, warranties and service scheduling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technician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Installation, maintenance and support; +1 technician in year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Training program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Initial at CLT’s plant: machines, chemistry and certification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machines: operation, calibration and maintenance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Customers – products: silicones, pastes, curing and effects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Ongoing updates with CLT engineers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Existing support: 2 TID technicians, 1 VSP technician, CEB import and logistics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and investment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four-phase commercial plan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0–6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Launch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Agreement, hiring, training, consumables,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6–18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Demonstration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Demo showroom, first 2–5 lines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Months 18–36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Scale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clusters, U.S. via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Year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 America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America, Colombia, Peru, D.R.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Marketing plan: becoming No. 1 in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705"/>
                </a:solidFill>
              </a:rPr>
              <a:t>“Screen + digital. One pass.” — with chemistry and service in Mexico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73936"/>
            <a:ext cx="365760" cy="36576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682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80/20 accounts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56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Sample with their design, demo and pilot on their fabric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87168"/>
            <a:ext cx="365760" cy="36576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Demo room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Demos, workshops and CLT Hybrid Academy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200400"/>
            <a:ext cx="365760" cy="3657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Effect reels, cases, LinkedIn and WhatsApp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85616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13632"/>
            <a:ext cx="365760" cy="36576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22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Events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96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FESPA, Hybrid Days in 6 cities, PRINTING United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1645920"/>
            <a:ext cx="3200400" cy="2761488"/>
          </a:xfrm>
          <a:prstGeom prst="roundRect">
            <a:avLst>
              <a:gd name="adj" fmla="val 264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17373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Year-1 targets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148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2148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qualified leads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697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40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2697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32461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shops on consumables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3794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US$50k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812280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budget (US$65k · 80k years 2–3)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Latam: Central America years 2–3; Peru and Colombia year 3. Full plan in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Initial investment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Light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on consignment or at an anchor shop; consumables first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Recommended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Press + hybrid station, inventory, showroom, launch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Full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Complete line incl. 6-station DTG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Year-1 operating expense: ~US$131k (sales, customer service, technician, training, shows)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Projection: recurring revenue grows every year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Annual result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Year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Assumptions: US$150k line, 20% equipment / 35% consumables margin, ~US$36k consumption per line per year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proposal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What we request and what we commit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We request from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Exclusivity in Mexico; LatAm subject to targets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~20% equipment / ~35% consumables margin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on consignment or 30–50% off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Initial inventory on consignment or 90 days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Free training and certification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Mexican leads referred to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We commit to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 and local inventory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showroom and Spanish service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Sales, customer service and textile technician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Machine and product training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Targets: 2 · 5 · 8 lines in years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Quarterly reports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Risks and mitigation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Cash-strapped industry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Phased investment and financing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in short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Focus on volume and effects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Tariffs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Confirmed lines;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Textile learning curve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CLT certification and industry hires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CLT formal quotation (CLT-016B, CLT-012R, SM60-85, consumables)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Meeting with CLT’s owners to review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duties with a customs broker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with 10–15 shops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Letter of intent and 6-month launch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CLT Distribution Proposal</dc:title>
  <dc:subject>PptxGenJS Presentation</dc:subject>
  <dc:creator>TID México</dc:creator>
  <cp:lastModifiedBy>TID México</cp:lastModifiedBy>
  <cp:revision>1</cp:revision>
  <dcterms:created xsi:type="dcterms:W3CDTF">2026-10-08T14:20:49Z</dcterms:created>
  <dcterms:modified xsi:type="dcterms:W3CDTF">2026-10-08T14:20:49Z</dcterms:modified>
</cp:coreProperties>
</file>