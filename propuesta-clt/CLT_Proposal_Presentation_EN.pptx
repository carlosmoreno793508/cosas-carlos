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cf368d6-266c-1bb0-dc37-b80641705e31}">
          <p14:sldIdLst>
            <p14:sldId id="256"/>
            <p14:sldId id="257"/>
          </p14:sldIdLst>
        </p14:section>
        <p14:section name="The manufacturer" id="{598b4a3b-0c46-def1-3bca-02bbc2f2c17b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2d40c092-b1d0-be01-5ab7-961efa15b1e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Why TID · VSP · CEB" id="{c96ee7b5-6368-4a7c-11f3-58805f1dde80}">
          <p14:sldIdLst>
            <p14:sldId id="273"/>
            <p14:sldId id="274"/>
            <p14:sldId id="275"/>
            <p14:sldId id="276"/>
          </p14:sldIdLst>
        </p14:section>
        <p14:section name="Plan and investment" id="{ee333a22-8c4f-9b0a-f85a-c8fe09370615}">
          <p14:sldIdLst>
            <p14:sldId id="277"/>
            <p14:sldId id="278"/>
            <p14:sldId id="279"/>
            <p14:sldId id="280"/>
          </p14:sldIdLst>
        </p14:section>
        <p14:section name="The proposal" id="{2073be25-3f88-ec7a-3640-c2c3dfe4a913}">
          <p14:sldIdLst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Silicones &amp; pastes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Consumables competition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2026-10-08T04:48:54Z</dcterms:created>
  <dcterms:modified xsi:type="dcterms:W3CDTF">2026-10-08T04:48:54Z</dcterms:modified>
</cp:coreProperties>
</file>