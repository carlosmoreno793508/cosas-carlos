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63020c7-3fff-dc9e-f68a-ce07bc3c8942}">
          <p14:sldIdLst>
            <p14:sldId id="256"/>
            <p14:sldId id="257"/>
          </p14:sldIdLst>
        </p14:section>
        <p14:section name="The manufacturer" id="{f9984854-3dc3-ec74-4c88-5b99a7811abb}">
          <p14:sldIdLst>
            <p14:sldId id="258"/>
            <p14:sldId id="259"/>
            <p14:sldId id="260"/>
            <p14:sldId id="261"/>
          </p14:sldIdLst>
        </p14:section>
        <p14:section name="The Mexican market" id="{046131eb-58d9-0104-f0cb-0174e2e34dcc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hy TID · VSP · CEB" id="{281a078e-c2e1-94ed-5f78-1905a48d8923}">
          <p14:sldIdLst>
            <p14:sldId id="268"/>
            <p14:sldId id="269"/>
            <p14:sldId id="270"/>
          </p14:sldIdLst>
        </p14:section>
        <p14:section name="Plan and investment" id="{86290ed0-bfd7-66b0-ffa1-b7ebf8850de8}">
          <p14:sldIdLst>
            <p14:sldId id="271"/>
            <p14:sldId id="272"/>
            <p14:sldId id="273"/>
            <p14:sldId id="274"/>
          </p14:sldIdLst>
        </p14:section>
        <p14:section name="The proposal" id="{486ace5c-198c-f928-bad4-05f9dfe2ccac}">
          <p14:sldIdLst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Gross margin (US$ 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 margin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Consumables margin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TID · VSP · CEB proposal to CLT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CLT Distribution Proposal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Hybrid textile printing (screen + digital) in Mexico and Latin America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opportunity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customers (medium/large firms and shops with carousels)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potential hybrid lines in 5 years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Year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investment payback (base case)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 propose TID / VSP / CEB as CLT’s distributor in Mexico, expanding into the U.S. and Latin America.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4300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515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515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80136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70992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70992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6829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459736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36829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36829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02666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311810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0266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30266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68503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7764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685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68503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Silicones &amp; pastes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 (Siltex)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Consumables competition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Why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group present in Mexico and the U.S.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years in industrial decoration. Sales, installation and service in Mexico. 2 technicians.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Angeles,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years in industrial printing. U.S. service and technical backup. 1 technician.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subsidiary. Imports CLT equipment and supplies.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Strengths and how we close the gaps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What we bring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Same turnkey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Consumables-driven business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Technical service in Spanish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Mexico + U.S. coverage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In-house importer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Gap → action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experience → dedicated textile division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chemistry → CLT certification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technicians → +2 textile technicians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events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Demonstration → showroom with hybrid 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and investment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four-phase commercial plan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0–6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Launch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Agreement, training, consumables,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6–18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Demonstration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Demo showroom, first 2–5 lines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18–36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clusters, U.S. via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Year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 America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America, Colombia, Peru, D.R.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Initial investment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Light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on consignment or at an anchor shop; consumables first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Recommended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Press + hybrid station, inventory, showroom, launch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Full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Complete line incl. 6-station DTG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Year-1 operating expense: ~US$120k (textile manager, technician, shows, space)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Projection: recurring revenue grows every year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Annual result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-US$28k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+US$109k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+US$289k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Assumptions: US$150k line, 20% equipment / 35% consumables margin, ~US$36k consumption per line per year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proposal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we request and what we commit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We request from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Exclusivity in Mexico; LatAm subject to targets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~20% equipment / ~35% consumables margin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on consignment or 30–50% off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Initial inventory on consignment or 90 days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Free training and certification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Mexican leads referred to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We commit 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 and local inventory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showroom and Spanish service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Dedicated textile division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Targets: 2 · 5 · 8 lines in years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Quarterly reports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Risks and mitigation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Cash-strapped industry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Phased investment and financing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in short runs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Focus on volume and effects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Tariffs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Confirmed lines;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learning curve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CLT certification and industry hires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CLT formal quotation (CLT-016B, CLT-012R, SM60-85, consumables)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Meeting with CLT’s owners to review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duties with a customs broker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with 10–15 shops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Letter of intent and 6-month launch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CLT Distribution Proposal</dc:title>
  <dc:subject>PptxGenJS Presentation</dc:subject>
  <dc:creator>TID México</dc:creator>
  <cp:lastModifiedBy>TID México</cp:lastModifiedBy>
  <cp:revision>1</cp:revision>
  <dcterms:created xsi:type="dcterms:W3CDTF">2026-10-08T02:34:54Z</dcterms:created>
  <dcterms:modified xsi:type="dcterms:W3CDTF">2026-10-08T02:34:54Z</dcterms:modified>
</cp:coreProperties>
</file>