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20a5c85-22e1-f8af-ed46-1776daf6ddf5}">
          <p14:sldIdLst>
            <p14:sldId id="256"/>
            <p14:sldId id="257"/>
          </p14:sldIdLst>
        </p14:section>
        <p14:section name="The manufacturer" id="{f652d89e-567e-0dca-d2b1-fa8ab969483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05ba5c35-ee71-aaa7-0900-2a2e31cbc30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Why TID · VSP · CEB" id="{fef6d0f5-9c4e-08bf-1d3e-0e80d3e229ef}">
          <p14:sldIdLst>
            <p14:sldId id="276"/>
            <p14:sldId id="277"/>
            <p14:sldId id="278"/>
            <p14:sldId id="279"/>
          </p14:sldIdLst>
        </p14:section>
        <p14:section name="Plan and investment" id="{757a47c5-bb22-b6b4-26d1-c12cb029dff3}">
          <p14:sldIdLst>
            <p14:sldId id="280"/>
            <p14:sldId id="281"/>
            <p14:sldId id="282"/>
            <p14:sldId id="283"/>
            <p14:sldId id="284"/>
          </p14:sldIdLst>
        </p14:section>
        <p14:section name="The proposal" id="{929093f4-50c0-f7b8-51e0-2941e3605515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our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Marketing plan: becoming No. 1 in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“Screen + digital. One pass.” — with chemistry and service in Mexico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80/20 accounts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Sample with their design, demo and pilot on their fabric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Demo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workshops and CLT Hybrid Academy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Effect reels, cases, LinkedIn and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Hybrid Days in 6 cities,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Year-1 targets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qualified leads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shops on consumables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budget (US$65k · 80k years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Central America years 2–3; Peru and Colombia year 3. Full plan in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2026-10-09T00:18:09Z</dcterms:created>
  <dcterms:modified xsi:type="dcterms:W3CDTF">2026-10-09T00:18:09Z</dcterms:modified>
</cp:coreProperties>
</file>