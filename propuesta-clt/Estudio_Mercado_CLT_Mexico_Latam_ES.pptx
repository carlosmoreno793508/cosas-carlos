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6f8615f-a54b-9d36-9d24-b9c3e9416656}">
          <p14:sldIdLst>
            <p14:sldId id="256"/>
            <p14:sldId id="257"/>
            <p14:sldId id="258"/>
          </p14:sldIdLst>
        </p14:section>
        <p14:section name="Alcance y metodología" id="{c3389226-39e7-fb9d-8761-64ce0b856ab3}">
          <p14:sldIdLst>
            <p14:sldId id="259"/>
            <p14:sldId id="260"/>
          </p14:sldIdLst>
        </p14:section>
        <p14:section name="El fabricante: CLT" id="{c98dbedf-b1d4-e8dd-58f0-deab32be9574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37a3d02b-c56a-30d7-7748-24cb14d304db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48a557ec-27ec-14be-3062-468e482b1f08}">
          <p14:sldIdLst>
            <p14:sldId id="275"/>
            <p14:sldId id="276"/>
            <p14:sldId id="277"/>
          </p14:sldIdLst>
        </p14:section>
        <p14:section name="Competencia" id="{3c651204-b956-31e0-7372-21385feb478a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cadc0225-da0b-1a3a-8677-499c7c02d65a}">
          <p14:sldIdLst>
            <p14:sldId id="283"/>
            <p14:sldId id="284"/>
          </p14:sldIdLst>
        </p14:section>
        <p14:section name="Latinoamérica y EE. UU." id="{1e4ee076-5b37-0706-a74e-8e62e15e65a7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es" id="{fa8a696c-4ba6-0435-29a7-cd1173110055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Estudio de mercado CLT — TID · VSP · CEB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180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y Brasil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Primero las 8 cuentas foco (estampado en volumen o equipo M&amp;R / híbrido); el resto de prioridad A está en el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prospectos OEM (maquila de exportación)</a:t>
            </a:r>
            <a:endParaRPr lang="en-US" sz="2600" dirty="0"/>
          </a:p>
        </p:txBody>
      </p:sp>
      <p:pic>
        <p:nvPicPr>
          <p:cNvPr id="3" name="Image 0" descr="Mapa LATAM: prospectos OEM (maquila de exportació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la hoja Mapas del Excel del plan de marketing.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estampadores y fabricantes</a:t>
            </a:r>
            <a:endParaRPr lang="en-US" sz="2600" dirty="0"/>
          </a:p>
        </p:txBody>
      </p:sp>
      <p:pic>
        <p:nvPicPr>
          <p:cNvPr id="3" name="Image 0" descr="Mapa LATAM: estampadores y fabrica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la hoja Mapas del Excel del plan de marketing.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2026-10-08T20:49:58Z</dcterms:created>
  <dcterms:modified xsi:type="dcterms:W3CDTF">2026-10-08T20:49:58Z</dcterms:modified>
</cp:coreProperties>
</file>