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bbda5e5d-13a2-5641-bdc0-f03de0b18bf8}">
          <p14:sldIdLst>
            <p14:sldId id="256"/>
            <p14:sldId id="257"/>
            <p14:sldId id="258"/>
          </p14:sldIdLst>
        </p14:section>
        <p14:section name="Alcance y metodología" id="{55f2b188-1219-26aa-7ac0-c0764e5f73e5}">
          <p14:sldIdLst>
            <p14:sldId id="259"/>
            <p14:sldId id="260"/>
          </p14:sldIdLst>
        </p14:section>
        <p14:section name="El fabricante: CLT" id="{e69773a9-6532-1bc0-60d2-4e895f30590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d6473e78-126b-56b4-5922-a0d346ded792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44b50488-f04b-1de5-fc77-7835aaf92606}">
          <p14:sldIdLst>
            <p14:sldId id="275"/>
            <p14:sldId id="276"/>
            <p14:sldId id="277"/>
          </p14:sldIdLst>
        </p14:section>
        <p14:section name="Competencia" id="{1dabede5-628a-d221-4794-84cdc7998b4e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3bd79511-2901-a1ab-0a94-d8dd3fe7921d}">
          <p14:sldIdLst>
            <p14:sldId id="283"/>
            <p14:sldId id="284"/>
          </p14:sldIdLst>
        </p14:section>
        <p14:section name="Latinoamérica y EE. UU." id="{1b7210e7-144d-a513-ec60-7aef13a18394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es" id="{fb6860f0-e751-07d0-7331-9009fb722274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Estudio de mercado CLT — TID · VSP · CEB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180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y Brasil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Primero las 8 cuentas foco (estampado en volumen o equipo M&amp;R / híbrido); el resto de prioridad A está en el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prospectos OEM (maquila de exportación)</a:t>
            </a:r>
            <a:endParaRPr lang="en-US" sz="2600" dirty="0"/>
          </a:p>
        </p:txBody>
      </p:sp>
      <p:pic>
        <p:nvPicPr>
          <p:cNvPr id="3" name="Image 0" descr="Mapa LATAM: prospectos OEM (maquila de exportació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mapas/ y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Mapa LATAM: estampadores y fabricantes</a:t>
            </a:r>
            <a:endParaRPr lang="en-US" sz="2600" dirty="0"/>
          </a:p>
        </p:txBody>
      </p:sp>
      <p:pic>
        <p:nvPicPr>
          <p:cNvPr id="3" name="Image 0" descr="Mapa LATAM: estampadores y fabrica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Estrella dorada: cuenta 80/20 en México o prioridad A en el resto de LATAM. Lista numerada por cuenta en mapas/ y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2026-10-08T20:49:12Z</dcterms:created>
  <dcterms:modified xsi:type="dcterms:W3CDTF">2026-10-08T20:49:12Z</dcterms:modified>
</cp:coreProperties>
</file>