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4aef0922-06b8-970e-0f49-3bf2b57c06f8}">
          <p14:sldIdLst>
            <p14:sldId id="256"/>
            <p14:sldId id="257"/>
            <p14:sldId id="258"/>
          </p14:sldIdLst>
        </p14:section>
        <p14:section name="Alcance y metodología" id="{9be5a86d-b30d-3531-18e3-25fac95dc14c}">
          <p14:sldIdLst>
            <p14:sldId id="259"/>
            <p14:sldId id="260"/>
          </p14:sldIdLst>
        </p14:section>
        <p14:section name="El fabricante: CLT" id="{aab2ad3a-6584-f8b0-eb15-c1b97997a4a5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rcado mexicano" id="{18b9e84e-cdc0-6210-8607-656a298f90f0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lientes prioritarios" id="{23c4e660-fc42-b104-4b8b-63fd7de914d0}">
          <p14:sldIdLst>
            <p14:sldId id="275"/>
            <p14:sldId id="276"/>
            <p14:sldId id="277"/>
          </p14:sldIdLst>
        </p14:section>
        <p14:section name="Competencia" id="{cf8e2276-659d-b24a-d060-d9375c00333d}">
          <p14:sldIdLst>
            <p14:sldId id="278"/>
            <p14:sldId id="279"/>
            <p14:sldId id="280"/>
            <p14:sldId id="281"/>
            <p14:sldId id="282"/>
          </p14:sldIdLst>
        </p14:section>
        <p14:section name="Comercio exterior" id="{22562d41-43c7-c7f1-e3a6-50499d404534}">
          <p14:sldIdLst>
            <p14:sldId id="283"/>
            <p14:sldId id="284"/>
          </p14:sldIdLst>
        </p14:section>
        <p14:section name="Latinoamérica y EE. UU." id="{fe1bd0f4-c026-5fe5-3e45-a55a535347ae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onclusiones" id="{0de104b7-6575-facb-c13c-21f22ab0eb01}">
          <p14:sldIdLst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Empresas por tamaño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Empresas por tamaño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Pequeña</c:v>
                  </c:pt>
                  <c:pt idx="2">
                    <c:v>Mediana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zona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Estampadores y fabricantes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región y prioridad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Prioridad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Prioridad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55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Prioridad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Estudio de Mercado: Impresión Híbrida Textil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Oportunidad para CLT en México, Latinoamérica y EE. UU.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El estudio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alcanzables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México (35 OEM)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217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Latinoamérica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Hay un mercado sin dueño: la industria necesita diferenciarse y nadie ofrece en México una solución híbrida con química y servicio local.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Contenido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Alcance y metodología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fabricante: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Mercado mexicano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prioritarios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Competencia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Comercio exterior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Latinoamérica y EE. UU.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Alcance y metodología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Parámetros del estudio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Parámetro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Qué se analizó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Mercado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Equipos híbridos, consumibles (siliconas, pastas, tintas) y servicio; sustitutos: serigrafía, DTG, DTF, sublimación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Segmentos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Maquila de exportación, estampadores industriales, uniformes y deportivo, marcas, talleres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Tamaño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Mercado total, alcanzable y capturable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Geografía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zonas en México + Centroamérica, Caribe y Sudamérica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Competencia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pulpos automáticos, híbridos chinos, tintas y siliconas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Comercio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Aranceles 2026, importación vía CEB, T-MEC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Fuentes: CLT (sitio y reporte anual 2025), INEGI, CANAINTEX, FESPA México, DOF, Open Supply Hub, sitios de cada empresa y tiendas en línea.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reporte anual 2025 de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Portafolio de CLT relevante para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Híbridas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pzs/h) y CLT-014B/016B/018B (Brother, 400 pzs/h)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Pulpos ovalados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hasta 800 pzs/h,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y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DTG de 6 estaciones con pretratamiento en línea; DTF industrial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Química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Siliconas 3D, vidrio y especiales (S-1701, S-1703, S-1704-1, S-1714-1); pastas base agua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Certificaciones declaradas por CLT: OEKO-TEX, GOTS, ISO 9001 e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Printing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Estructura de la industria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US$9,300 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(89% a EE. UU.)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US$13,300 M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importaciones (35% de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medianas y grandes: el núcleo del mercado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prospectos en 13 zonas de México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OEM de exportación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sitios de cada empresa, Open Supply Hub y directorios; detalle en el Excel de prospectos.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Clientes prioritarios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estampadores y fabricantes (9 de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de exportación (8 de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Competencia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posición de CLT + TID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Comercio exterior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Latinoamérica y EE. UU.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217 prospectos en 16 países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Centroamérica: maquila para marcas de EE. UU.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62 + 51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Colombia y Brasil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cuentas prioridad A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País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Malwee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Lunelli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Kyly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Brandili Têxtil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Primero las 8 cuentas foco (estampado en volumen o equipo M&amp;R / híbrido); el resto de prioridad A está en el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Mapa LATAM: prospectos OEM (maquila de exportación)</a:t>
            </a:r>
            <a:endParaRPr lang="en-US" sz="2600" dirty="0"/>
          </a:p>
        </p:txBody>
      </p:sp>
      <p:pic>
        <p:nvPicPr>
          <p:cNvPr id="3" name="Image 0" descr="Mapa LATAM: prospectos OEM (maquila de exportación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Estrella dorada: cuenta 80/20 en México o prioridad A en el resto de LATAM. Lista numerada por cuenta en la hoja Mapas del Excel del plan de marketing.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Mapa LATAM: estampadores y fabricantes</a:t>
            </a:r>
            <a:endParaRPr lang="en-US" sz="2600" dirty="0"/>
          </a:p>
        </p:txBody>
      </p:sp>
      <p:pic>
        <p:nvPicPr>
          <p:cNvPr id="3" name="Image 0" descr="Mapa LATAM: estampadores y fabrica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Estrella dorada: cuenta 80/20 en México o prioridad A en el resto de LATAM. Lista numerada por cuenta en la hoja Mapas del Excel del plan de marketing.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Ruta de expansión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1 · años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 con serigrafía para Hanes, Gildan, Tegra; venta desde México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2 · año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Perú y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Algodón y punto de exportación; agente local con soporte de TID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3 · años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Rep. Dominicana, Haití y resto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Zonas francas con serigrafía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EE. UU.: VSP Printing (California) da servicio local y atiende a las matrices de las OEM; CLT ya participa en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industria mexicana necesita diferenciarse frente a la importación: la impresión híbrida responde a esa necesidad.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mercado alcanzable es concentrado (~1,900 empresas): se gana con venta consultiva a pocas cuentas grandes.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Nadie es dueño de la categoría: no hay distribuidor formal de híbridos chinos ni oferta llave en mano con servicio local.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competencia en tintas es premium (Avient, Matsui) o barata (ScreenTec, marcas nacionales): CLT compite con paquete y servicio.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aranceles 2026 y el T-MEC favorecen producir en México; Centroamérica y Perú son la siguiente ola.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Recomendaciones y 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para sustituir estimaciones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y precios con 10–15 talleres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Abrir la sala demo y trabajar las 17 cuentas 80/20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y fracciones con agente aduanal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Preparar la entrada a Centroamérica (año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Mercado: Impresión Híbrida Textil</dc:title>
  <dc:subject>PptxGenJS Presentation</dc:subject>
  <dc:creator>TID México</dc:creator>
  <cp:lastModifiedBy>TID México</cp:lastModifiedBy>
  <cp:revision>1</cp:revision>
  <dcterms:created xsi:type="dcterms:W3CDTF">2026-10-12T04:28:01Z</dcterms:created>
  <dcterms:modified xsi:type="dcterms:W3CDTF">2026-10-12T04:28:01Z</dcterms:modified>
</cp:coreProperties>
</file>