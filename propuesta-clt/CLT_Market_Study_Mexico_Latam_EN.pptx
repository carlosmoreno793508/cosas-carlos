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491546d-b0fa-babb-47ef-a81b1d32190d}">
          <p14:sldIdLst>
            <p14:sldId id="256"/>
            <p14:sldId id="257"/>
            <p14:sldId id="258"/>
          </p14:sldIdLst>
        </p14:section>
        <p14:section name="Scope and methodology" id="{1aeac795-6aaa-1a36-0f61-81bcca3744dd}">
          <p14:sldIdLst>
            <p14:sldId id="259"/>
            <p14:sldId id="260"/>
          </p14:sldIdLst>
        </p14:section>
        <p14:section name="The manufacturer: CLT" id="{2f725a22-de04-c718-efcd-02103b0c3e1b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xican market" id="{a590c268-d971-b815-cb77-aa4507ff8c7c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iority accounts" id="{d8ea4643-2865-00be-c411-e423f78623b2}">
          <p14:sldIdLst>
            <p14:sldId id="275"/>
            <p14:sldId id="276"/>
            <p14:sldId id="277"/>
          </p14:sldIdLst>
        </p14:section>
        <p14:section name="Competition" id="{eb9d7040-1373-fb08-15f7-9129769f8cd7}">
          <p14:sldIdLst>
            <p14:sldId id="278"/>
            <p14:sldId id="279"/>
            <p14:sldId id="280"/>
            <p14:sldId id="281"/>
            <p14:sldId id="282"/>
          </p14:sldIdLst>
        </p14:section>
        <p14:section name="Trade" id="{1ddbb390-05ff-dd3b-9e77-76a2be24c2ae}">
          <p14:sldIdLst>
            <p14:sldId id="283"/>
            <p14:sldId id="284"/>
          </p14:sldIdLst>
        </p14:section>
        <p14:section name="Latin America and the U.S." id="{0f54ed07-18ad-7089-23eb-ee40c8147dd0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s" id="{c14d7c04-a31f-8866-c1bf-a32f98382a1f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Companies by size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Companies by size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Small</c:v>
                  </c:pt>
                  <c:pt idx="2">
                    <c:v>Medium</c:v>
                  </c:pt>
                  <c:pt idx="3">
                    <c:v>Large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Printers and manufacturers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 and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Priority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CLT market study — TID · VSP · CEB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Market Study: Hybrid Textile Printing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Opportunity for CLT in Mexico, Latin America and the U.S.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study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companies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Mexico (35 OEMs)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Latin America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market without an owner: the industry needs to stand out, and nobody in Mexico offers a hybrid solution with local chemistry and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Scope and methodology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manufacturer: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Mexican market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Priority accounts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 America and the U.S.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Scope and methodology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Study parameters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analyzed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Market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Hybrid equipment, consumables (silicones, pastes, inks) and service; substitutes: screen, DTG, DTF, sublimation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Export contractors, industrial printers, uniforms and sportswear, brands, shops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Total, reachable and capturable market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Geography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regions in Mexico + Central America, the Caribbean and South America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Competition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automatic carousels, Chinese hybrids, inks and silicones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Trade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2026 tariffs, import through CEB, USMCA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Sources: CLT (website and 2025 annual report), INEGI, CANAINTEX, FESPA México, DOF, Open Supply Hub, company websites and online stores.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portfolio relevant to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Hybrids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pcs/h) and CLT-014B/016B/018B (Brother, 400 pcs/h)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Oval carousels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up to 800 pcs/h,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and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6-station DTG with inline pretreatment; industrial DTF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Chemistry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3D, glass and special silicones (S-1701, S-1703, S-1704-1, S-1714-1); water-based pastes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Certifications stated by CLT: OEKO-TEX, GOTS, ISO 9001 and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Industry structure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US$9.3 B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exports (89% to the U.S.)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US$13.3 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imports (35% from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medium and large firms: the core of the market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prospects in 13 regions of Mexico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OEMs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company websites, Open Supply Hub and directories; details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Priority accounts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printers and manufacturers (9 of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export OEMs (8 of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Competition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CLT + TID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Trade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 America and the U.S.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180 prospects in 16 countries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America: contractors for U.S. brands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and Brazil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priority A accounts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Focus accounts first (volume printing or M&amp;R / hybrid equipment); the rest of priority A is in the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OEM prospects (export contract manufacturing)</a:t>
            </a:r>
            <a:endParaRPr lang="en-US" sz="2600" dirty="0"/>
          </a:p>
        </p:txBody>
      </p:sp>
      <p:pic>
        <p:nvPicPr>
          <p:cNvPr id="3" name="Image 0" descr="LATAM map: OEM prospects (export contract manufacturi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mapas/ and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printers and manufacturers</a:t>
            </a:r>
            <a:endParaRPr lang="en-US" sz="2600" dirty="0"/>
          </a:p>
        </p:txBody>
      </p:sp>
      <p:pic>
        <p:nvPicPr>
          <p:cNvPr id="3" name="Image 0" descr="LATAM map: printers and manufactur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mapas/ and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Expansion path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1 · years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Contractors printing for Hanes, Gildan, Tegra; sold from Mexico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2 · year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Peru and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cotton and knitwear; local agent with TID support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3 · years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Dominican Rep., Haiti and others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Free zones with screen printing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U.S.: VSP Printing (California) provides local service and covers OEM headquarters; CLT already exhibits at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Mexico’s industry must stand out against imports: hybrid printing answers that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reachable market is concentrated (~1,900 firms): it is won with consultative selling to a few large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owns the category: no formal distributor of Chinese hybrids and no turnkey offer with local service.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Ink competition is premium (Avient, Matsui) or cheap (ScreenTec, local brands): CLT competes with package and service.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 and USMCA favor producing in Mexico; Central America and Peru are the next wave.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Recommendations and 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Formal CLT quotation to replace estimates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and prices with 10–15 shops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demo room and work the 17 80/20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tariffs and HS codes with a customs broker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the Central America entry (year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Study: Hybrid Textile Printing</dc:title>
  <dc:subject>PptxGenJS Presentation</dc:subject>
  <dc:creator>TID México</dc:creator>
  <cp:lastModifiedBy>TID México</cp:lastModifiedBy>
  <cp:revision>1</cp:revision>
  <dcterms:created xsi:type="dcterms:W3CDTF">2026-10-08T20:49:12Z</dcterms:created>
  <dcterms:modified xsi:type="dcterms:W3CDTF">2026-10-08T20:49:12Z</dcterms:modified>
</cp:coreProperties>
</file>