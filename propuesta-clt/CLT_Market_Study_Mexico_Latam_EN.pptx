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0353cc7-c5f9-1bd2-fbba-676110092727}">
          <p14:sldIdLst>
            <p14:sldId id="256"/>
            <p14:sldId id="257"/>
            <p14:sldId id="258"/>
          </p14:sldIdLst>
        </p14:section>
        <p14:section name="Scope and methodology" id="{7b1f1745-bdeb-cdcd-8995-0af426c0fbc9}">
          <p14:sldIdLst>
            <p14:sldId id="259"/>
            <p14:sldId id="260"/>
          </p14:sldIdLst>
        </p14:section>
        <p14:section name="The manufacturer: CLT" id="{c25c5a83-3467-3d38-073e-341e8b3d0952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xican market" id="{c9b58469-ce55-d30b-e07f-c08589d189dd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iority accounts" id="{57d9810e-2d02-c46c-dfbb-722c3a3ac851}">
          <p14:sldIdLst>
            <p14:sldId id="275"/>
            <p14:sldId id="276"/>
            <p14:sldId id="277"/>
          </p14:sldIdLst>
        </p14:section>
        <p14:section name="Competition" id="{e60c350f-1b8a-c39f-1b39-245a486b8921}">
          <p14:sldIdLst>
            <p14:sldId id="278"/>
            <p14:sldId id="279"/>
            <p14:sldId id="280"/>
            <p14:sldId id="281"/>
            <p14:sldId id="282"/>
          </p14:sldIdLst>
        </p14:section>
        <p14:section name="Trade" id="{043118cc-3c08-c8ee-c2a7-ef516cde0401}">
          <p14:sldIdLst>
            <p14:sldId id="283"/>
            <p14:sldId id="284"/>
          </p14:sldIdLst>
        </p14:section>
        <p14:section name="Latin America and the U.S." id="{aa063a21-bf0d-7a94-c3fd-f7a20c9202bb}">
          <p14:sldIdLst>
            <p14:sldId id="285"/>
            <p14:sldId id="286"/>
            <p14:sldId id="287"/>
            <p14:sldId id="288"/>
          </p14:sldIdLst>
        </p14:section>
        <p14:section name="Conclusions" id="{88cfa3b3-9226-c1a5-3773-5c759c024183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Companies by size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Companies by size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Small</c:v>
                  </c:pt>
                  <c:pt idx="2">
                    <c:v>Medium</c:v>
                  </c:pt>
                  <c:pt idx="3">
                    <c:v>Large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Printers and manufacturers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 and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Priority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CLT market study — TID · VSP · CEB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Market Study: Hybrid Textile Printing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Opportunity for CLT in Mexico, Latin America and the U.S.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study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companies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Mexico (35 OEMs)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119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Latin America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market without an owner: the industry needs to stand out, and nobody in Mexico offers a hybrid solution with local chemistry and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Scope and methodology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manufacturer: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Mexican market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Priority accounts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Competition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 America and the U.S.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Scope and methodology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Study parameters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we analyzed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Market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Hybrid equipment, consumables (silicones, pastes, inks) and service; substitutes: screen, DTG, DTF, sublimation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Export contractors, industrial printers, uniforms and sportswear, brands, shops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Total, reachable and capturable market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Geography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regions in Mexico + Central America, the Caribbean and South America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Competition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automatic carousels, Chinese hybrids, inks and silicones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Trade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2026 tariffs, import through CEB, USMCA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Sources: CLT (website and 2025 annual report), INEGI, CANAINTEX, FESPA México, DOF, Open Supply Hub, company websites and online stores.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portfolio relevant to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Hybrids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pcs/h) and CLT-014B/016B/018B (Brother, 400 pcs/h)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Oval carousels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up to 800 pcs/h,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and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6-station DTG with inline pretreatment; industrial DTF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Chemistry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3D, glass and special silicones (S-1701, S-1703, S-1704-1, S-1714-1); water-based pastes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Certifications stated by CLT: OEKO-TEX, GOTS, ISO 9001 and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Industry structure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US$9.3 B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exports (89% to the U.S.)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US$13.3 B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imports (35% from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medium and large firms: the core of the market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prospects in 13 regions of Mexico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OEMs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company websites, Open Supply Hub and directories; details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Priority accounts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printers and manufacturers (9 of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export OEMs (8 of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Competition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CLT + TID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Trade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 America and the U.S.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119 prospects in 16 countries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24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America: contractors for U.S. brands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19 + 14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Peru and Colombia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priority A accounts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Country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Moderna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Uniwell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Sun Island Jamaica Ltd.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Jamaica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Sportswear / uniform maker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Gildan Activewear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Focus accounts first (volume printing or M&amp;R / hybrid equipment); the rest of priority A is in the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Expansion path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1 · years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Contractors printing for Hanes, Gildan, Tegra; sold from Mexico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2 · year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Peru and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cotton and knitwear; local agent with TID support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3 · years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Dominican Rep., Haiti and others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Free zones with screen printing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U.S.: VSP Printing (California) provides local service and covers OEM headquarters; CLT already exhibits at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Mexico’s industry must stand out against imports: hybrid printing answers that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reachable market is concentrated (~1,900 firms): it is won with consultative selling to a few large accounts.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owns the category: no formal distributor of Chinese hybrids and no turnkey offer with local service.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Ink competition is premium (Avient, Matsui) or cheap (ScreenTec, local brands): CLT competes with package and service.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 and USMCA favor producing in Mexico; Central America and Peru are the next wave.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Recommendations and 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Formal CLT quotation to replace estimates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and prices with 10–15 shops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demo room and work the 17 80/20 accounts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tariffs and HS codes with a customs broker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the Central America entry (year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Study: Hybrid Textile Printing</dc:title>
  <dc:subject>PptxGenJS Presentation</dc:subject>
  <dc:creator>TID México</dc:creator>
  <cp:lastModifiedBy>TID México</cp:lastModifiedBy>
  <cp:revision>1</cp:revision>
  <dcterms:created xsi:type="dcterms:W3CDTF">2026-10-08T14:21:59Z</dcterms:created>
  <dcterms:modified xsi:type="dcterms:W3CDTF">2026-10-08T14:21:59Z</dcterms:modified>
</cp:coreProperties>
</file>