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ffd9071b-7e7f-5307-c9d9-2a37b5d7047d}">
          <p14:sldIdLst>
            <p14:sldId id="256"/>
            <p14:sldId id="257"/>
          </p14:sldIdLst>
        </p14:section>
        <p14:section name="El fabricante" id="{c5857c5d-4cf8-e6a2-5041-e07d0218884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e4688058-aeda-f12a-b39f-8ab392cad66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or qué TID · VSP · CEB" id="{7e3cd4d1-6bd3-d204-2d07-1c759de1c32d}">
          <p14:sldIdLst>
            <p14:sldId id="276"/>
            <p14:sldId id="277"/>
            <p14:sldId id="278"/>
            <p14:sldId id="279"/>
          </p14:sldIdLst>
        </p14:section>
        <p14:section name="Plan e inversión" id="{10b015cc-312a-4c2c-9301-494e34ab308c}">
          <p14:sldIdLst>
            <p14:sldId id="280"/>
            <p14:sldId id="281"/>
            <p14:sldId id="282"/>
            <p14:sldId id="283"/>
            <p14:sldId id="284"/>
          </p14:sldIdLst>
        </p14:section>
        <p14:section name="La propuesta" id="{2c886f0e-61c4-ef2c-3ccb-ed78ba3a8091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prospectos prioritarios (9 de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prioritarios (8 de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nuestra posición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de marketing: ser la n.º 1 en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«Serigrafía + digital. Un solo paso.» — con química y servicio en México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Cuentas 80/20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Muestra con su diseño, demo y piloto en su tela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Sala demo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talleres y Academia Híbrida CLT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Contenido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Reels de efectos, casos, LinkedIn y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Eventos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Días Híbridos en 6 ciudades,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Metas año 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leads calificados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demostraciones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talleres con consumibles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presupuesto (US$65k · 80k años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Centroamérica años 2–3; Perú y Colombia año 3. Plan completo en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2026-10-08T05:54:21Z</dcterms:created>
  <dcterms:modified xsi:type="dcterms:W3CDTF">2026-10-08T05:54:21Z</dcterms:modified>
</cp:coreProperties>
</file>