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064de535-0b3f-c95b-b955-a462f3462f9e}">
          <p14:sldIdLst>
            <p14:sldId id="256"/>
            <p14:sldId id="257"/>
          </p14:sldIdLst>
        </p14:section>
        <p14:section name="El fabricante" id="{69f9f44b-b46b-50b5-c79f-683248b12ac3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l mercado mexicano" id="{8648d268-f556-0106-2151-fd1e42de8546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Por qué TID · VSP · CEB" id="{594f2938-7ae6-45c7-11df-b01c048194bf}">
          <p14:sldIdLst>
            <p14:sldId id="276"/>
            <p14:sldId id="277"/>
            <p14:sldId id="278"/>
            <p14:sldId id="279"/>
          </p14:sldIdLst>
        </p14:section>
        <p14:section name="Plan e inversión" id="{b682b17f-5e07-ef2d-1607-85551cd956a6}">
          <p14:sldIdLst>
            <p14:sldId id="280"/>
            <p14:sldId id="281"/>
            <p14:sldId id="282"/>
            <p14:sldId id="283"/>
            <p14:sldId id="284"/>
          </p14:sldIdLst>
        </p14:section>
        <p14:section name="La propuesta" id="{14f2723d-eaae-3980-3041-ff07b8e4ba34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Propuesta TID · VSP · CEB para CLT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prospectos prioritarios (9 de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prioritarios (8 de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nuestra posición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Equipo dedicado y capacitación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Vendedor textil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Prospección, demos, cotizaciones llave en mano y cierre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Atención al cliente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Pedidos de consumibles, posventa, garantías y agenda de servicio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Técnico textil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Instalación, mantenimiento y soporte; +1 técnico en año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Programa de capacitación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Inicial en planta CLT: máquinas, química y certificación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máquinas: operación, calibración y mantenimiento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productos: siliconas, pastas, curado y efectos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Actualización continua con ingenieros de CLT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Apoyo existente: 2 técnicos TID, 1 técnico VSP, importación y logística CEB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contrataciones,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de marketing: ser la n.º 1 en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705"/>
                </a:solidFill>
              </a:rPr>
              <a:t>«Serigrafía + digital. Un solo paso.» — con química y servicio en México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73936"/>
            <a:ext cx="365760" cy="36576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Cuentas 80/20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56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Muestra con su diseño, demo y piloto en su tela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87168"/>
            <a:ext cx="365760" cy="36576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Sala demo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Demos, talleres y Academia Híbrida CLT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200400"/>
            <a:ext cx="365760" cy="3657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Contenido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Reels de efectos, casos, LinkedIn y WhatsApp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85616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13632"/>
            <a:ext cx="365760" cy="36576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22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Eventos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FESPA, Días Híbridos en 6 ciudades, PRINTING United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45920"/>
            <a:ext cx="3200400" cy="2761488"/>
          </a:xfrm>
          <a:prstGeom prst="roundRect">
            <a:avLst>
              <a:gd name="adj" fmla="val 264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1737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Metas año 1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148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leads calificados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40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2697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demostraciones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2461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talleres con consumibles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794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US$50k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presupuesto (US$65k · 80k años 2–3)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Latam: Centroamérica años 2–3; Perú y Colombia año 3. Plan completo en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~US$131k (vendedor, atención al cliente, técnico, capacitación, ferias)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Vendedor, atención al cliente y técnico textil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en máquinas y productos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2026-10-08T14:20:48Z</dcterms:created>
  <dcterms:modified xsi:type="dcterms:W3CDTF">2026-10-08T14:20:48Z</dcterms:modified>
</cp:coreProperties>
</file>