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054f0c2d-c634-fe10-a85b-3bfd75aaa6bf}">
          <p14:sldIdLst>
            <p14:sldId id="256"/>
            <p14:sldId id="257"/>
          </p14:sldIdLst>
        </p14:section>
        <p14:section name="El fabricante" id="{5996379c-256b-78c6-ccc7-248c469c026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l mercado mexicano" id="{07d30cf6-06ac-9cb9-8b58-3a1f28917dd3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or qué TID · VSP · CEB" id="{d72f79f9-b61a-a4a9-a5f4-ab6537dcea7d}">
          <p14:sldIdLst>
            <p14:sldId id="276"/>
            <p14:sldId id="277"/>
            <p14:sldId id="278"/>
            <p14:sldId id="279"/>
          </p14:sldIdLst>
        </p14:section>
        <p14:section name="Plan e inversión" id="{e06094c8-d959-b0bc-21d1-f88838480043}">
          <p14:sldIdLst>
            <p14:sldId id="280"/>
            <p14:sldId id="281"/>
            <p14:sldId id="282"/>
            <p14:sldId id="283"/>
          </p14:sldIdLst>
        </p14:section>
        <p14:section name="La propuesta" id="{1b29d54b-1823-1085-4d24-bc3691aad680}">
          <p14:sldIdLst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 Printing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prospectos prioritarios (9 de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prioritarios (8 de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nuestra posición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2026-10-08T04:53:23Z</dcterms:created>
  <dcterms:modified xsi:type="dcterms:W3CDTF">2026-10-08T04:53:23Z</dcterms:modified>
</cp:coreProperties>
</file>