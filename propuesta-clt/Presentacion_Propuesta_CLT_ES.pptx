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6c39a7c1-f819-980d-fe3d-8c59d6cbae81}">
          <p14:sldIdLst>
            <p14:sldId id="256"/>
            <p14:sldId id="257"/>
          </p14:sldIdLst>
        </p14:section>
        <p14:section name="El fabricante" id="{525a4734-6ea9-41d0-04c7-f53c7e51552b}">
          <p14:sldIdLst>
            <p14:sldId id="258"/>
            <p14:sldId id="259"/>
            <p14:sldId id="260"/>
            <p14:sldId id="261"/>
          </p14:sldIdLst>
        </p14:section>
        <p14:section name="El mercado mexicano" id="{c833a9aa-b373-574c-640d-5bc7f93f7f05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or qué TID · VSP · CEB" id="{8d4496d8-245e-80ca-8245-bdea941c4495}">
          <p14:sldIdLst>
            <p14:sldId id="268"/>
            <p14:sldId id="269"/>
            <p14:sldId id="270"/>
            <p14:sldId id="271"/>
          </p14:sldIdLst>
        </p14:section>
        <p14:section name="Plan e inversión" id="{d5841762-9b00-611b-56a6-4d104680050b}">
          <p14:sldIdLst>
            <p14:sldId id="272"/>
            <p14:sldId id="273"/>
            <p14:sldId id="274"/>
            <p14:sldId id="275"/>
          </p14:sldIdLst>
        </p14:section>
        <p14:section name="La propuesta" id="{5331bd58-ea93-275b-9cfa-c69b4c028a74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51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515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0136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099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7099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59736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3682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36829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2666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11810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26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0266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685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6850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Siliconas y pastas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Competencia en consumibles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2026-10-08T02:37:28Z</dcterms:created>
  <dcterms:modified xsi:type="dcterms:W3CDTF">2026-10-08T02:37:28Z</dcterms:modified>
</cp:coreProperties>
</file>