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4a0647b5-2e20-1f4a-5f77-2eecabb9cc02}">
          <p14:sldIdLst>
            <p14:sldId id="256"/>
            <p14:sldId id="257"/>
          </p14:sldIdLst>
        </p14:section>
        <p14:section name="El fabricante" id="{63f48225-3455-e38a-f002-a6770a9e83c4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l mercado mexicano" id="{6b92d2cc-017f-9580-c667-76f9b55e75f3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Por qué TID · VSP · CEB" id="{0e2987b8-cf59-d7bc-9418-4f5f90765776}">
          <p14:sldIdLst>
            <p14:sldId id="271"/>
            <p14:sldId id="272"/>
            <p14:sldId id="273"/>
            <p14:sldId id="274"/>
          </p14:sldIdLst>
        </p14:section>
        <p14:section name="Plan e inversión" id="{46194abf-0420-8975-75aa-bd6ecf16ede1}">
          <p14:sldIdLst>
            <p14:sldId id="275"/>
            <p14:sldId id="276"/>
            <p14:sldId id="277"/>
            <p14:sldId id="278"/>
          </p14:sldIdLst>
        </p14:section>
        <p14:section name="La propuesta" id="{249478a1-59e5-ec11-f549-ee8cc47a2927}">
          <p14:sldIdLst>
            <p14:sldId id="279"/>
            <p14:sldId id="280"/>
            <p14:sldId id="281"/>
            <p14:sldId id="282"/>
            <p14:sldId id="2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Margen bruto (miles de US$)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equipos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Margen consumibles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Propuesta TID · VSP · CEB para CLT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Propuesta de Distribución CLT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Impresión híbrida textil (serigrafía + digital) en México y Latinoamérica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oportunidad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clientes alcanzables (empresas medianas/grandes y talleres con pulpo)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líneas híbridas potenciales en 5 años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Año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recuperación de la inversión (escenario base)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Proponemos a TID / VSP / CEB como distribuidor de CLT en México, con expansión a EE. UU. y Latinoamérica.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 propias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Visita del equipo TID / VSP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14300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143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51560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515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709928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80136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801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709928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709928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368296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459736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459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368296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36829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026664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311810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31181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302666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3026664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685032"/>
            <a:ext cx="8229600" cy="566928"/>
          </a:xfrm>
          <a:prstGeom prst="roundRect">
            <a:avLst>
              <a:gd name="adj" fmla="val 12903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7764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685032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68503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Siliconas y pastas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 (Siltex)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Competencia en consumibles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Por qué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grupo con presencia en México y EE. UU.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años en decorado industrial. Venta, instalación y servicio en México. 2 técnicos.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Ángeles,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años en impresión industrial. Servicio en EE. UU. y respaldo técnico. 1 técnico.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Subsidiaria de VSP. Importación de equipos e insumos CLT.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Fortalezas y cómo cerramos las brechas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Lo que aportamos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Mismo modelo llave en mano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Negocio basado en consumibles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Servicio técnico en español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Cobertura México + EE. UU.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Importadora propia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Brecha → acción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Experiencia textil → división textil dedicada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Química textil → certificación en CLT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técnicos → +2 técnicos textiles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Eventos textiles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Demostración → sala con línea híbrida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Equipo dedicado y capacitación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Vendedor textil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Prospección, demos, cotizaciones llave en mano y cierre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Atención al cliente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Pedidos de consumibles, posventa, garantías y agenda de servicio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Técnico textil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Instalación, mantenimiento y soporte; +1 técnico en año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Programa de capacitación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Inicial en planta CLT: máquinas, química y certificación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máquinas: operación, calibración y mantenimiento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productos: siliconas, pastas, curado y efectos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Actualización continua con ingenieros de CLT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Apoyo existente: 2 técnicos TID, 1 técnico VSP, importación y logística CEB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e inversión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comercial en cuatro fases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0–6 meses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Arranque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Acuerdo, contrataciones, capacitación, consumibles,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6–18 meses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Demostración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Sala demo, primeras 2–5 líneas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18–36 meses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Escala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Clústeres prioritarios, EE. UU. vía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Año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Latinoamérica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Centroamérica, Colombia, Perú, R. Dominicana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Inversión inicial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Ligero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en consignación o en taller ancla; consumibles primero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Recomendado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Pulpo + estación híbrida, inventario, sala demo, lanzamiento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Completo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Línea completa con DTG de 6 estaciones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Gasto operativo año 1: ~US$131k (vendedor, atención al cliente, técnico, capacitación, ferias)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Proyección: el ingreso recurrente crece cada año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Resultado anual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Supuestos: línea US$150k, margen 20% equipos / 35% consumibles, ~US$36k de consumo por línea al año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propuesta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 que pedimos y lo que nos comprometemos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Solicitamos a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Exclusividad en México; Latam según metas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Margen ~20% equipos / ~35% consumibles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en consignación o 30–50% desc.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Inventario inicial a consignación o 90 días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y certificación sin costo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Prospectos de México canalizados a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Nos comprometemos 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Importación e inventario local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Sala demo y servicio en español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Vendedor, atención al cliente y técnico textil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en máquinas y productos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Metas: 2 · 5 · 8 líneas en años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Reportes trimestrales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Riesgos y mitigación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Industria descapitalizada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Inversión por etapas y financiamiento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en tirajes cortos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Enfoque en volumen y efectos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Fracciones confirmadas;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Curva textil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Certificación CLT y personal del sector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(CLT-016B, CLT-012R, SM60-85, consumibles)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Reunión con los dueños de CLT para revisar términos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con agente aduanal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con 10–15 talleres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Carta de intención y plan de arranque de 6 meses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Distribución CLT</dc:title>
  <dc:subject>PptxGenJS Presentation</dc:subject>
  <dc:creator>TID México</dc:creator>
  <cp:lastModifiedBy>TID México</cp:lastModifiedBy>
  <cp:revision>1</cp:revision>
  <dcterms:created xsi:type="dcterms:W3CDTF">2026-10-08T02:56:51Z</dcterms:created>
  <dcterms:modified xsi:type="dcterms:W3CDTF">2026-10-08T02:56:51Z</dcterms:modified>
</cp:coreProperties>
</file>