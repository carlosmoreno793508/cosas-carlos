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11198b5e-58e2-fc0e-0ce5-afd92ea35551}">
          <p14:sldIdLst>
            <p14:sldId id="256"/>
            <p14:sldId id="257"/>
          </p14:sldIdLst>
        </p14:section>
        <p14:section name="El fabricante" id="{8df011f6-cb3d-95fa-ddbe-cb4ac4d44162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4e1bfe01-d38b-4336-875c-97a4af39c14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or qué TID · VSP · CEB" id="{5ab39904-2f0f-27c0-a9a4-f8362eb81cb6}">
          <p14:sldIdLst>
            <p14:sldId id="276"/>
            <p14:sldId id="277"/>
            <p14:sldId id="278"/>
            <p14:sldId id="279"/>
          </p14:sldIdLst>
        </p14:section>
        <p14:section name="Plan e inversión" id="{0842757d-b331-4249-0e2e-188720e60c15}">
          <p14:sldIdLst>
            <p14:sldId id="280"/>
            <p14:sldId id="281"/>
            <p14:sldId id="282"/>
            <p14:sldId id="283"/>
            <p14:sldId id="284"/>
          </p14:sldIdLst>
        </p14:section>
        <p14:section name="La propuesta" id="{68657a36-6d0c-f9b8-96cb-5cfbe58e7ced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Printing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Industrias Manufactureras MYR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Irapuato,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adidas, Puma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nuestra posición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de marketing: ser la n.º 1 en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«Serigrafía + digital. Un solo paso.» — con química y servicio en México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Cuentas 80/20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Muestra con su diseño, demo y piloto en su tela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Sala demo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talleres y Academia Híbrida CLT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Contenido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Reels de efectos, casos, LinkedIn y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Días Híbridos en 6 ciudades,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Metas año 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leads calificados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demostraciones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talleres con consumibles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presupuesto (US$65k · 80k años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Centroamérica años 2–3; Perú y Colombia año 3. Plan completo en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2026-10-09T00:18:09Z</dcterms:created>
  <dcterms:modified xsi:type="dcterms:W3CDTF">2026-10-09T00:18:09Z</dcterms:modified>
</cp:coreProperties>
</file>